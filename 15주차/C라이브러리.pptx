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622" r:id="rId2"/>
    <p:sldId id="643" r:id="rId3"/>
    <p:sldId id="644" r:id="rId4"/>
    <p:sldId id="645" r:id="rId5"/>
    <p:sldId id="646" r:id="rId6"/>
    <p:sldId id="647" r:id="rId7"/>
    <p:sldId id="648" r:id="rId8"/>
    <p:sldId id="649" r:id="rId9"/>
    <p:sldId id="650" r:id="rId10"/>
    <p:sldId id="651" r:id="rId11"/>
    <p:sldId id="652" r:id="rId12"/>
    <p:sldId id="653" r:id="rId13"/>
    <p:sldId id="654" r:id="rId14"/>
    <p:sldId id="660" r:id="rId15"/>
    <p:sldId id="662" r:id="rId16"/>
    <p:sldId id="663" r:id="rId17"/>
    <p:sldId id="396" r:id="rId18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B11EBA1-5980-4814-ABC4-D7826ED3CFBA}">
          <p14:sldIdLst>
            <p14:sldId id="622"/>
            <p14:sldId id="643"/>
            <p14:sldId id="644"/>
            <p14:sldId id="645"/>
            <p14:sldId id="646"/>
            <p14:sldId id="647"/>
            <p14:sldId id="648"/>
            <p14:sldId id="649"/>
            <p14:sldId id="650"/>
            <p14:sldId id="651"/>
            <p14:sldId id="652"/>
            <p14:sldId id="653"/>
            <p14:sldId id="654"/>
            <p14:sldId id="660"/>
            <p14:sldId id="662"/>
            <p14:sldId id="663"/>
            <p14:sldId id="3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F1FF"/>
    <a:srgbClr val="97E1FF"/>
    <a:srgbClr val="00A4E6"/>
    <a:srgbClr val="5BD0FF"/>
    <a:srgbClr val="29C2FF"/>
    <a:srgbClr val="11BBFF"/>
    <a:srgbClr val="21C0FF"/>
    <a:srgbClr val="ABE7FF"/>
    <a:srgbClr val="B7EAFF"/>
    <a:srgbClr val="75D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213" autoAdjust="0"/>
  </p:normalViewPr>
  <p:slideViewPr>
    <p:cSldViewPr>
      <p:cViewPr varScale="1">
        <p:scale>
          <a:sx n="108" d="100"/>
          <a:sy n="108" d="100"/>
        </p:scale>
        <p:origin x="1842" y="108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-378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4C1B5-EB92-45E6-AFCD-6AAB73579DF8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137B9-5383-4519-A69D-AA54E0B9CE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055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저작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20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7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20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809625" indent="-180975">
              <a:spcAft>
                <a:spcPts val="300"/>
              </a:spcAft>
              <a:buSzPct val="96000"/>
              <a:defRPr sz="1400"/>
            </a:lvl4pPr>
            <a:lvl5pPr marL="990600" indent="-180975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accent3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accent3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539552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내용 개체 틀 2"/>
          <p:cNvSpPr>
            <a:spLocks noGrp="1"/>
          </p:cNvSpPr>
          <p:nvPr>
            <p:ph idx="10"/>
          </p:nvPr>
        </p:nvSpPr>
        <p:spPr>
          <a:xfrm>
            <a:off x="4644008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1719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2025-12-10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6" r:id="rId6"/>
    <p:sldLayoutId id="2147483685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cpp/build/walkthrough-creating-and-using-a-dynamic-link-library-cpp?redirectedfrom=MSDN&amp;view=msvc-170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467544" y="1484784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r>
              <a:rPr lang="en-US" altLang="ko-KR" sz="4800" dirty="0">
                <a:solidFill>
                  <a:srgbClr val="7030A0"/>
                </a:solidFill>
                <a:latin typeface="+mj-lt"/>
                <a:ea typeface="HY강B" pitchFamily="18" charset="-127"/>
              </a:rPr>
              <a:t>C</a:t>
            </a:r>
            <a:r>
              <a:rPr lang="ko-KR" altLang="en-US" sz="4800" dirty="0">
                <a:solidFill>
                  <a:srgbClr val="7030A0"/>
                </a:solidFill>
                <a:latin typeface="+mj-lt"/>
                <a:ea typeface="HY강B" pitchFamily="18" charset="-127"/>
              </a:rPr>
              <a:t> 라이브러리</a:t>
            </a:r>
          </a:p>
        </p:txBody>
      </p:sp>
    </p:spTree>
    <p:extLst>
      <p:ext uri="{BB962C8B-B14F-4D97-AF65-F5344CB8AC3E}">
        <p14:creationId xmlns:p14="http://schemas.microsoft.com/office/powerpoint/2010/main" val="266822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3529E-FC9A-4440-AC2E-24C569F32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URL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A6F4C4-B92E-4589-9352-2572F23D810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출처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Walkthrough: Create and use your own Dynamic Link Library (C++) | Microsoft Docs</a:t>
            </a:r>
            <a:endParaRPr lang="en-US" altLang="ko-KR" dirty="0"/>
          </a:p>
          <a:p>
            <a:r>
              <a:rPr lang="en-US" altLang="ko-KR" dirty="0"/>
              <a:t>https://docs.microsoft.com/en-us/cpp/build/walkthrough-creating-and-using-a-dynamic-link-library-cpp?redirectedfrom=MSDN&amp;view=msvc-170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824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65955-E2A0-4FA7-B16F-678244E0A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99047-755C-423C-8CF2-2D453B60D5C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B8CBBA-AA18-481A-AD6E-9935D6F55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196752"/>
            <a:ext cx="7600950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62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5BC4F7-9910-4124-B6B6-BF11F5B2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7807C4-0E08-4D82-B1CE-A0F951B4023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BB5F29-A7D2-4A35-9C45-FCD11018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2090737"/>
            <a:ext cx="634365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7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84DFF-0B53-4153-90AD-62CCA9601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B2F4AD-6B3B-4DD6-8C82-A6B3AF1F8DA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38708A-5037-4D73-B145-CAAB1B846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" y="1562100"/>
            <a:ext cx="77819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88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78323-BAB8-42C1-9CAA-00F06FD7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9AD123-6B6A-4A19-9108-957DD0C3823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F65E18-550C-4DCF-9E5F-F9D9CAC30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" y="1300162"/>
            <a:ext cx="715327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221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78323-BAB8-42C1-9CAA-00F06FD7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9AD123-6B6A-4A19-9108-957DD0C3823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D379E38-8936-4D53-A7D3-22D89F810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03903"/>
            <a:ext cx="2352675" cy="29051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05EE0-478C-412C-8A60-699B58905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72" y="1203903"/>
            <a:ext cx="2247900" cy="317182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D744A49-F282-4B6D-B9FF-BCAEE4B17252}"/>
              </a:ext>
            </a:extLst>
          </p:cNvPr>
          <p:cNvSpPr/>
          <p:nvPr/>
        </p:nvSpPr>
        <p:spPr>
          <a:xfrm>
            <a:off x="4319972" y="3573016"/>
            <a:ext cx="2052228" cy="21602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490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78323-BAB8-42C1-9CAA-00F06FD7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9AD123-6B6A-4A19-9108-957DD0C3823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 err="1"/>
              <a:t>MathLibrary.h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C1D807-4A65-4642-B6E2-E1073EE47756}"/>
              </a:ext>
            </a:extLst>
          </p:cNvPr>
          <p:cNvSpPr txBox="1"/>
          <p:nvPr/>
        </p:nvSpPr>
        <p:spPr>
          <a:xfrm>
            <a:off x="755576" y="1916832"/>
            <a:ext cx="74888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#pragma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once</a:t>
            </a:r>
            <a:endParaRPr lang="en-US" altLang="ko-KR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sv-SE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extern</a:t>
            </a:r>
            <a:r>
              <a:rPr lang="sv-SE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sv-SE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"C"</a:t>
            </a:r>
            <a:r>
              <a:rPr lang="sv-SE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sv-SE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__declspec</a:t>
            </a:r>
            <a:r>
              <a:rPr lang="sv-SE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sv-SE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dllimport</a:t>
            </a:r>
            <a:r>
              <a:rPr lang="sv-SE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sv-SE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sv-SE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add(</a:t>
            </a:r>
            <a:r>
              <a:rPr lang="sv-SE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sv-SE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sv-SE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sv-SE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extern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"C"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__</a:t>
            </a:r>
            <a:r>
              <a:rPr lang="en-US" altLang="ko-KR" sz="18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declspec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dllimport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sub(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26851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78323-BAB8-42C1-9CAA-00F06FD7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9AD123-6B6A-4A19-9108-957DD0C3823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5176" y="1124744"/>
            <a:ext cx="8208912" cy="5400600"/>
          </a:xfrm>
        </p:spPr>
        <p:txBody>
          <a:bodyPr/>
          <a:lstStyle/>
          <a:p>
            <a:r>
              <a:rPr lang="en-US" altLang="ko-KR" dirty="0"/>
              <a:t>dllmain.cpp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72EC4-784D-40A2-B109-9D0A0620E07D}"/>
              </a:ext>
            </a:extLst>
          </p:cNvPr>
          <p:cNvSpPr txBox="1"/>
          <p:nvPr/>
        </p:nvSpPr>
        <p:spPr>
          <a:xfrm>
            <a:off x="477904" y="1988840"/>
            <a:ext cx="82809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pch.h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endParaRPr lang="en-US" altLang="ko-KR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MathLibrary.h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endParaRPr lang="en-US" altLang="ko-KR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en-US" altLang="ko-KR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BOOL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6F008A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APIENTRY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………</a:t>
            </a:r>
            <a:endParaRPr lang="ko-KR" altLang="en-US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extern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"C"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__</a:t>
            </a:r>
            <a:r>
              <a:rPr lang="en-US" altLang="ko-KR" sz="18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declspec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dllexport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add(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y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sum;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sum = </a:t>
            </a:r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 </a:t>
            </a:r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y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extern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"C"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__</a:t>
            </a:r>
            <a:r>
              <a:rPr lang="en-US" altLang="ko-KR" sz="18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declspec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dllexport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sub(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y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sum;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sum = </a:t>
            </a:r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- </a:t>
            </a:r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y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8044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78323-BAB8-42C1-9CAA-00F06FD7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9AD123-6B6A-4A19-9108-957DD0C3823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컴파일만</a:t>
            </a:r>
            <a:endParaRPr lang="en-US" altLang="ko-KR" dirty="0"/>
          </a:p>
          <a:p>
            <a:r>
              <a:rPr lang="ko-KR" altLang="en-US" dirty="0"/>
              <a:t>실행하면 안됨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CA968F-768B-47B4-906A-FED87CAA5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52" y="2535543"/>
            <a:ext cx="7884368" cy="8934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339222-092E-4EF6-BB45-B6571D641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3595995"/>
            <a:ext cx="11811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63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78323-BAB8-42C1-9CAA-00F06FD7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9AD123-6B6A-4A19-9108-957DD0C3823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A54BF4-F062-429F-991A-6D2C0D82E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340768"/>
            <a:ext cx="2209800" cy="2409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AB0A3B-EF57-4CD8-998B-1A80FDEEE568}"/>
              </a:ext>
            </a:extLst>
          </p:cNvPr>
          <p:cNvSpPr txBox="1"/>
          <p:nvPr/>
        </p:nvSpPr>
        <p:spPr>
          <a:xfrm>
            <a:off x="4126398" y="1340768"/>
            <a:ext cx="41044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endParaRPr lang="en-US" altLang="ko-KR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MathLibrary.h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endParaRPr lang="en-US" altLang="ko-KR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</a:p>
          <a:p>
            <a:endParaRPr lang="ko-KR" altLang="en-US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main() {</a:t>
            </a:r>
          </a:p>
          <a:p>
            <a:r>
              <a:rPr lang="es-E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s-E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x = 20, y = 10;</a:t>
            </a:r>
          </a:p>
          <a:p>
            <a:r>
              <a:rPr lang="en-US" altLang="ko-KR" sz="18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sum = 0;</a:t>
            </a:r>
          </a:p>
          <a:p>
            <a:endParaRPr lang="ko-KR" altLang="en-US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sum = add(x, y);</a:t>
            </a:r>
          </a:p>
          <a:p>
            <a:r>
              <a:rPr lang="en-US" altLang="ko-KR" sz="1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sum </a:t>
            </a:r>
            <a:r>
              <a:rPr lang="en-US" altLang="ko-KR" sz="18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sum = sub(x, y);</a:t>
            </a:r>
          </a:p>
          <a:p>
            <a:r>
              <a:rPr lang="en-US" altLang="ko-KR" sz="1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sum </a:t>
            </a:r>
            <a:r>
              <a:rPr lang="en-US" altLang="ko-KR" sz="18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3928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78323-BAB8-42C1-9CAA-00F06FD7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9AD123-6B6A-4A19-9108-957DD0C3823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543F52-5079-414D-B741-15FC7842A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68760"/>
            <a:ext cx="2357261" cy="46531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7ECD3E0-CBDF-487C-8133-A3E0F5A66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88" y="1226589"/>
            <a:ext cx="5372260" cy="323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747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78323-BAB8-42C1-9CAA-00F06FD7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9AD123-6B6A-4A19-9108-957DD0C3823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FB103A-A401-4A8D-8408-B6D7BA450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63457"/>
            <a:ext cx="2243101" cy="278688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0EC8EE7-6756-48C9-8D2D-524D4CED4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4152798"/>
            <a:ext cx="751522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36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78323-BAB8-42C1-9CAA-00F06FD7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CLASS </a:t>
            </a:r>
            <a:r>
              <a:rPr lang="ko-KR" altLang="en-US" dirty="0"/>
              <a:t>라이브러리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8F160B-972A-4C99-944D-285BFDA6E128}"/>
              </a:ext>
            </a:extLst>
          </p:cNvPr>
          <p:cNvSpPr txBox="1"/>
          <p:nvPr/>
        </p:nvSpPr>
        <p:spPr>
          <a:xfrm>
            <a:off x="323528" y="1268760"/>
            <a:ext cx="82089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#pragma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once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#ifdef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MATHFUNCSDLL_EXPORTS</a:t>
            </a:r>
          </a:p>
          <a:p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#define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MATHFUNCSDLL_API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__</a:t>
            </a:r>
            <a:r>
              <a:rPr lang="en-US" altLang="ko-KR" sz="14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declspec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dllexport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#else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#define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6F008A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MATHFUNCSDLL_API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__</a:t>
            </a:r>
            <a:r>
              <a:rPr lang="en-US" altLang="ko-KR" sz="14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declspec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dllimport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#endif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MathFuncs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MythFuncs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Returns a + b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6F008A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MATHFUNCSDLL_API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Add(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Returns a - b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6F008A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MATHFUNCSDLL_API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Subtract(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Returns a * b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6F008A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MATHFUNCSDLL_API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Multiply(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Returns a / b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Throws const std::</a:t>
            </a:r>
            <a:r>
              <a:rPr lang="en-US" altLang="ko-KR" sz="14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invalid_argument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 if b is 0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6F008A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MATHFUNCSDLL_API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Divide(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4CB07-A2CB-431A-A8BB-FC8CD0C49FB4}"/>
              </a:ext>
            </a:extLst>
          </p:cNvPr>
          <p:cNvSpPr txBox="1"/>
          <p:nvPr/>
        </p:nvSpPr>
        <p:spPr>
          <a:xfrm>
            <a:off x="344241" y="935185"/>
            <a:ext cx="4594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MathLibrary.h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55906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78323-BAB8-42C1-9CAA-00F06FD7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CLASS </a:t>
            </a:r>
            <a:r>
              <a:rPr lang="ko-KR" altLang="en-US" dirty="0"/>
              <a:t>라이브러리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977253E-E444-45BE-87A5-98CDFC1A2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635" y="1628800"/>
            <a:ext cx="7280674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#include "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MathFuncsDll.h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#include &lt;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stdexcept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kumimoji="0" lang="ko-KR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kumimoji="0" lang="ko-KR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namespace </a:t>
            </a:r>
            <a:r>
              <a:rPr kumimoji="0" lang="en-US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MathFuncs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double </a:t>
            </a:r>
            <a:r>
              <a:rPr kumimoji="0" lang="en-US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MythFuncs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::Add(double a, double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return a + b;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double </a:t>
            </a:r>
            <a:r>
              <a:rPr kumimoji="0" lang="en-US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MythFuncs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::Subtract(double a, double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return a - b;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double </a:t>
            </a:r>
            <a:r>
              <a:rPr kumimoji="0" lang="en-US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MythFuncs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::Multiply(double a, double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return a * b;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double </a:t>
            </a:r>
            <a:r>
              <a:rPr kumimoji="0" lang="en-US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MythFuncs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::Divide(double a, double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if (b == 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    throw </a:t>
            </a:r>
            <a:r>
              <a:rPr kumimoji="0" lang="en-US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invalid_argument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("b cannot be zero!");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return a / b;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C2A76-BD72-475C-BA65-739E0CCC51AF}"/>
              </a:ext>
            </a:extLst>
          </p:cNvPr>
          <p:cNvSpPr txBox="1"/>
          <p:nvPr/>
        </p:nvSpPr>
        <p:spPr>
          <a:xfrm>
            <a:off x="395536" y="1131095"/>
            <a:ext cx="4594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dllmain.cpp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5235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78323-BAB8-42C1-9CAA-00F06FD7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CLASS </a:t>
            </a:r>
            <a:r>
              <a:rPr lang="ko-KR" altLang="en-US" dirty="0"/>
              <a:t>라이브러리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FB3E2-3253-4CA5-8975-2686C5BC125D}"/>
              </a:ext>
            </a:extLst>
          </p:cNvPr>
          <p:cNvSpPr txBox="1"/>
          <p:nvPr/>
        </p:nvSpPr>
        <p:spPr>
          <a:xfrm>
            <a:off x="827584" y="980728"/>
            <a:ext cx="669674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2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MathLibrary.h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double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 = 7.4;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 = 99;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"a + b =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MathFuncs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</a:t>
            </a:r>
            <a:r>
              <a:rPr lang="en-US" altLang="ko-KR" sz="12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MythFuncs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::Add(a, b)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"a - b =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MathFuncs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</a:t>
            </a:r>
            <a:r>
              <a:rPr lang="en-US" altLang="ko-KR" sz="12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MythFuncs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::Subtract(a, b)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"a * b =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MathFuncs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</a:t>
            </a:r>
            <a:r>
              <a:rPr lang="en-US" altLang="ko-KR" sz="12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MythFuncs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::Multiply(a, b)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"a / b =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MathFuncs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</a:t>
            </a:r>
            <a:r>
              <a:rPr lang="en-US" altLang="ko-KR" sz="12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MythFuncs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::Divide(a, b)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try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"a / 0 =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fr-FR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MathFuncs::</a:t>
            </a:r>
            <a:r>
              <a:rPr lang="fr-FR" altLang="ko-KR" sz="12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MythFuncs</a:t>
            </a:r>
            <a:r>
              <a:rPr lang="fr-FR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::Divide(a, 0) </a:t>
            </a:r>
            <a:r>
              <a:rPr lang="fr-FR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fr-FR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endl;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catch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const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invalid_argument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 e)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"Caught exception: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e.what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54699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 bwMode="auto">
          <a:xfrm>
            <a:off x="-1642" y="1556792"/>
            <a:ext cx="9144000" cy="252028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b="1" i="0" kern="1200" baseline="0">
                <a:solidFill>
                  <a:schemeClr val="accent6"/>
                </a:solidFill>
                <a:latin typeface="+mn-ea"/>
                <a:ea typeface="+mn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3268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Hunting</Template>
  <TotalTime>5872</TotalTime>
  <Words>491</Words>
  <Application>Microsoft Office PowerPoint</Application>
  <PresentationFormat>화면 슬라이드 쇼(4:3)</PresentationFormat>
  <Paragraphs>146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HY강B</vt:lpstr>
      <vt:lpstr>HY견고딕</vt:lpstr>
      <vt:lpstr>굴림</vt:lpstr>
      <vt:lpstr>돋움체</vt:lpstr>
      <vt:lpstr>맑은 고딕</vt:lpstr>
      <vt:lpstr>Arial</vt:lpstr>
      <vt:lpstr>Consolas</vt:lpstr>
      <vt:lpstr>Tahoma</vt:lpstr>
      <vt:lpstr>Wingdings</vt:lpstr>
      <vt:lpstr>Office 테마</vt:lpstr>
      <vt:lpstr>PowerPoint 프레젠테이션</vt:lpstr>
      <vt:lpstr>URL</vt:lpstr>
      <vt:lpstr>라이브러리</vt:lpstr>
      <vt:lpstr>라이브러리</vt:lpstr>
      <vt:lpstr>라이브러리</vt:lpstr>
      <vt:lpstr>라이브러리</vt:lpstr>
      <vt:lpstr>라이브러리</vt:lpstr>
      <vt:lpstr>라이브러리</vt:lpstr>
      <vt:lpstr>라이브러리</vt:lpstr>
      <vt:lpstr>라이브러리</vt:lpstr>
      <vt:lpstr>라이브러리</vt:lpstr>
      <vt:lpstr>라이브러리</vt:lpstr>
      <vt:lpstr>라이브러리</vt:lpstr>
      <vt:lpstr>CLASS 라이브러리</vt:lpstr>
      <vt:lpstr>CLASS 라이브러리</vt:lpstr>
      <vt:lpstr>CLASS 라이브러리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cowaegis</dc:creator>
  <cp:lastModifiedBy>vision</cp:lastModifiedBy>
  <cp:revision>734</cp:revision>
  <dcterms:created xsi:type="dcterms:W3CDTF">2012-07-11T10:23:22Z</dcterms:created>
  <dcterms:modified xsi:type="dcterms:W3CDTF">2025-12-10T14:46:04Z</dcterms:modified>
</cp:coreProperties>
</file>